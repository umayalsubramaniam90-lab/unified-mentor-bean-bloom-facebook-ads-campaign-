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3B2A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Ads Practice Campaign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6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Project Report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built and configured in Meta Ads Manager as an unpublished draft, for learning purposes.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Mentor Capstone Project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749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Umayal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Mentor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fictional specialty coffee shop, created for this practice campaign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2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specialty coffee shop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(fictional)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Indiranagar, Bengaluru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offering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 coffee, handcrafted iced coffee, light bakes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offer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off first handcrafted iced coffee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personality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Warm, cozy, community-focused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mnt/user-data/uploads/Bean___Bloom_Cafe_Facebook_Ad_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737360"/>
            <a:ext cx="3566160" cy="3566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Setup: Objective, Budget &amp; Bid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configured in Meta Ads Manager (screenshots)</a:t>
            </a:r>
            <a:endParaRPr lang="en-US" sz="1400" dirty="0"/>
          </a:p>
        </p:txBody>
      </p:sp>
      <p:pic>
        <p:nvPicPr>
          <p:cNvPr id="4" name="Image 0" descr="/mnt/user-data/uploads/Screenshot_2026-09-24_053603.png">    </p:cNvPr>
          <p:cNvPicPr>
            <a:picLocks noChangeAspect="1"/>
          </p:cNvPicPr>
          <p:nvPr/>
        </p:nvPicPr>
        <p:blipFill>
          <a:blip r:embed="rId1"/>
          <a:srcRect l="0" r="0" t="-2354" b="-2354"/>
          <a:stretch/>
        </p:blipFill>
        <p:spPr>
          <a:xfrm>
            <a:off x="457200" y="1371600"/>
            <a:ext cx="5212080" cy="3657600"/>
          </a:xfrm>
          <a:prstGeom prst="rect">
            <a:avLst/>
          </a:prstGeom>
        </p:spPr>
      </p:pic>
      <p:pic>
        <p:nvPicPr>
          <p:cNvPr id="5" name="Image 1" descr="/mnt/user-data/uploads/Screenshot_2026-09-24_053625.png">    </p:cNvPr>
          <p:cNvPicPr>
            <a:picLocks noChangeAspect="1"/>
          </p:cNvPicPr>
          <p:nvPr/>
        </p:nvPicPr>
        <p:blipFill>
          <a:blip r:embed="rId2"/>
          <a:srcRect l="-3059" r="-3059" t="0" b="0"/>
          <a:stretch/>
        </p:blipFill>
        <p:spPr>
          <a:xfrm>
            <a:off x="6217920" y="1371600"/>
            <a:ext cx="5212080" cy="3657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Awareness — chosen to build local brand recognition (Traffic was already covered in a separate course).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₹200/day, running for 30 days (Sep 25 – Oct 25, 2026), Ad Set budget strategy.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strategy: Highest volume — Meta's default for maximizing reach within budget.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interest-based targeting around the cafe's location</a:t>
            </a:r>
            <a:endParaRPr lang="en-US" sz="1400" dirty="0"/>
          </a:p>
        </p:txBody>
      </p:sp>
      <p:pic>
        <p:nvPicPr>
          <p:cNvPr id="4" name="Image 0" descr="/mnt/user-data/uploads/Screenshot_2026-09-24_0536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434230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37160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F7F2EA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4630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8.4M – 9.8M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057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Audience Size (Meta)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834640"/>
            <a:ext cx="566928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5 km radius, India (centered on the cafe)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18–45  |  Gender: All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Interests: Coffee, Coffeehouses, Espresso, Restaurants, Cuisine, Specialty coffee, Brunch, Bakery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expansion: On, to help delivery within budget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Placements &amp; Delivery Settings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placements across Facebook and Instagram</a:t>
            </a:r>
            <a:endParaRPr lang="en-US" sz="1400" dirty="0"/>
          </a:p>
        </p:txBody>
      </p:sp>
      <p:pic>
        <p:nvPicPr>
          <p:cNvPr id="4" name="Image 0" descr="/mnt/user-data/uploads/Screenshot_2026-09-24_0537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38387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1463040"/>
            <a:ext cx="566928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Facebook: Feeds, Profile feed, Stories, Reels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Feed, Stories, Reels, Profile feed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goal: Maximise reach of ads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cap: no more than 2 impressions per person every 7 days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type: Standard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Content Creation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creatives designed for Feed, Stories and Reels</a:t>
            </a:r>
            <a:endParaRPr lang="en-US" sz="1400" dirty="0"/>
          </a:p>
        </p:txBody>
      </p:sp>
      <p:pic>
        <p:nvPicPr>
          <p:cNvPr id="4" name="Image 0" descr="/mnt/user-data/uploads/Bean___Bloom_Cafe_Facebook_Ad_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4500"/>
            <a:ext cx="2880360" cy="2880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480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300" dirty="0"/>
          </a:p>
        </p:txBody>
      </p:sp>
      <p:pic>
        <p:nvPicPr>
          <p:cNvPr id="6" name="Image 1" descr="/mnt/user-data/uploads/Bean___Bloom_Cafe_Facebook_Ad_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645" y="1234440"/>
            <a:ext cx="2160270" cy="3840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0" y="51480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300" dirty="0"/>
          </a:p>
        </p:txBody>
      </p:sp>
      <p:pic>
        <p:nvPicPr>
          <p:cNvPr id="8" name="Image 2" descr="/mnt/user-data/uploads/Bean_Bloom_Cafe_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605" y="1234440"/>
            <a:ext cx="2160270" cy="38404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766560" y="51480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9829800" y="1234440"/>
            <a:ext cx="1920240" cy="384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text: </a:t>
            </a:r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"Need a pick-me-up? ☕ Stop by Bean &amp; Bloom today and get 20% off your first handcrafted iced coffee."  </a:t>
            </a:r>
            <a:pPr indent="0" marL="0">
              <a:buNone/>
            </a:pPr>
            <a:r>
              <a:rPr lang="en-US" sz="11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</a:t>
            </a:r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"20% Off Your First Iced Coffee"   </a:t>
            </a:r>
            <a:pPr indent="0" marL="0">
              <a:buNone/>
            </a:pPr>
            <a:r>
              <a:rPr lang="en-US" sz="11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</a:t>
            </a:r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48640" y="548640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7F2EA"/>
          </a:solidFill>
          <a:ln w="12700">
            <a:solidFill>
              <a:srgbClr val="C6923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532120"/>
            <a:ext cx="10789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format preference: </a:t>
            </a:r>
            <a:pPr indent="0" marL="0">
              <a:buNone/>
            </a:pPr>
            <a:r>
              <a:rPr lang="en-US" sz="12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ads were chosen over video or carousel. Static images let the offer be understood at a glance, need no video production, and suit all three placements (Feed, Stories, Reels) without multiple assets per carousel card. A carousel showcasing several menu items is a good next test.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Preview — Facebook &amp; Instagram Feed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preview as rendered in Meta Ads Manager</a:t>
            </a:r>
            <a:endParaRPr lang="en-US" sz="1400" dirty="0"/>
          </a:p>
        </p:txBody>
      </p:sp>
      <p:pic>
        <p:nvPicPr>
          <p:cNvPr id="4" name="Image 0" descr="/mnt/user-data/uploads/Screenshot_2026-09-24_0538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212080" cy="4511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182880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7F2EA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creative renders cleanly in Feed on both platforms. Full primary text, image, headline and CTA button are all visible — the strongest placement for this creative's layout.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Preview — Instagram &amp; Facebook Stories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preview as rendered in Meta Ads Manager</a:t>
            </a:r>
            <a:endParaRPr lang="en-US" sz="1400" dirty="0"/>
          </a:p>
        </p:txBody>
      </p:sp>
      <p:pic>
        <p:nvPicPr>
          <p:cNvPr id="4" name="Image 0" descr="/mnt/user-data/uploads/Screenshot_2026-09-24_0538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212080" cy="48048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182880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7F2EA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creative fills the Story frame well. Only a truncated line of primary text shows above the CTA — most of the message is carried by the image itself here.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Preview — Reels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preview as rendered in Meta Ads Manager</a:t>
            </a:r>
            <a:endParaRPr lang="en-US" sz="1400" dirty="0"/>
          </a:p>
        </p:txBody>
      </p:sp>
      <p:pic>
        <p:nvPicPr>
          <p:cNvPr id="4" name="Image 0" descr="/mnt/user-data/uploads/Screenshot_2026-09-24_0538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212080" cy="44784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182880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7F2EA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bold Reels creative stands out, but its own text sits close to the bottom where Meta's UI (caption, action buttons) can overlap it — a safe-zone issue worth correcting in a live campaign.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Observation: Advantage+ Creative (AI Image Generation)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unplanned but useful learning point</a:t>
            </a:r>
            <a:endParaRPr lang="en-US" sz="1400" dirty="0"/>
          </a:p>
        </p:txBody>
      </p:sp>
      <p:pic>
        <p:nvPicPr>
          <p:cNvPr id="4" name="Image 0" descr="/mnt/user-data/uploads/Screenshot_2026-09-24_0537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590288" cy="1005840"/>
          </a:xfrm>
          <a:prstGeom prst="rect">
            <a:avLst/>
          </a:prstGeom>
        </p:spPr>
      </p:pic>
      <p:pic>
        <p:nvPicPr>
          <p:cNvPr id="5" name="Image 1" descr="/mnt/user-data/uploads/Screenshot_2026-09-24_0539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4141347" cy="3566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35040" y="1463040"/>
            <a:ext cx="5669280" cy="402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Advantage+ Creative (Image generation) was on by default, so Meta auto-generated background variations of the original design.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preview variants replaced the original cafe-table background with a different AI-generated scene, changing the visual tone from what was actually designed.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this setting should be reviewed and disabled when brand consistency matters, since it can alter creative without an explicit prompt.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&amp; Key Learnings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building the campaign, not from live performance data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Estimated Audience Size (8.4M–9.8M) made clear how much reach targeting choices unlock — broad interests widen delivery but reduce precision.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tight ad copy within character limits took more iteration than expected, especially for the headline.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Highest-volume bidding is the easiest starting point for a beginner, but a live campaign would benefit from testing cost-cap bidding once baseline data exists.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consistency matters: the three ad designs used different fonts and color palettes, and Advantage+ Creative altered the image further — both are worth tightening in a real campaign.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actual ad spend history, it isn't possible to validate real CTR or cost-per-result — a genuine limitation of a practice-only, unpublished setup.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a Future Live Campaign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practice campaign could go next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small live budget test (₹300–500/day for 5–7 days) to gather real CTR and cost-per-click data before scaling.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two ad creatives (e.g. interior shot vs. product close-up) to see which drives more engagement.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font and color palette across all creatives, and review Advantage+ Creative output before publishing.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Reels creative's text placement so it clears Meta's on-screen UI safe zones.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Meta Pixel (if a real website exists) to track link clicks and conversions more precisely.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 people who engaged with the Page or previewed the ad, with a follow-up offer.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Bloom Cafe — Facebook Ads Practice Campaign  |  Unified Mentor Capstone 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was built and configured in Meta Ads Manager for learning purposes only and was not published or run live.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2026-09-28T13:58:49Z</dcterms:created>
  <dcterms:modified xsi:type="dcterms:W3CDTF">2026-09-28T13:58:49Z</dcterms:modified>
</cp:coreProperties>
</file>